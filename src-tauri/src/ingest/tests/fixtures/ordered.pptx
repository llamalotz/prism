
<file path=ppt/presentation.xml><?xml version="1.0" encoding="utf-8"?>
<p:presentation xmlns:p="urn:p" xmlns:r="urn:r">
  <p:sldIdLst>
    <p:sldId r:id="second"/>
    <p:sldId r:id="first"/>
  </p:sldIdLst>
</p:presentation>
</file>

<file path=ppt/_rels/presentation.xml.rels><Relationships><Relationship Id="first" Target="slides/slide1.xml"/><Relationship Id="second" Target="slides/slide2.xml"/></Relationships>
</file>

<file path=ppt/slides/slide1.xml><?xml version="1.0" encoding="utf-8"?>
<slide>
  <p>
    <t>Last slide</t>
  </p>
</slide>
</file>

<file path=ppt/slides/slide2.xml><?xml version="1.0" encoding="utf-8"?>
<slide>
  <p>
    <t>First slide</t>
  </p>
</slide>
</file>